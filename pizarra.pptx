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899592" y="2492896"/>
            <a:ext cx="2880320" cy="16561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1043608" y="2708920"/>
            <a:ext cx="2448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dirty="0" smtClean="0"/>
              <a:t>Lenguaje Java</a:t>
            </a:r>
          </a:p>
          <a:p>
            <a:pPr algn="ctr"/>
            <a:r>
              <a:rPr lang="es-ES" sz="2400" dirty="0" smtClean="0"/>
              <a:t>+</a:t>
            </a:r>
          </a:p>
          <a:p>
            <a:pPr algn="ctr"/>
            <a:r>
              <a:rPr lang="es-ES" sz="2400" dirty="0" smtClean="0"/>
              <a:t>Apis Básicas</a:t>
            </a:r>
            <a:endParaRPr lang="es-ES" sz="2400" dirty="0"/>
          </a:p>
        </p:txBody>
      </p:sp>
      <p:cxnSp>
        <p:nvCxnSpPr>
          <p:cNvPr id="5" name="4 Conector recto de flecha"/>
          <p:cNvCxnSpPr/>
          <p:nvPr/>
        </p:nvCxnSpPr>
        <p:spPr>
          <a:xfrm flipV="1">
            <a:off x="3779912" y="1988840"/>
            <a:ext cx="1800200" cy="10801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6 Conector recto de flecha"/>
          <p:cNvCxnSpPr/>
          <p:nvPr/>
        </p:nvCxnSpPr>
        <p:spPr>
          <a:xfrm>
            <a:off x="3779912" y="3501008"/>
            <a:ext cx="2016224" cy="86409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7 Rectángulo"/>
          <p:cNvSpPr/>
          <p:nvPr/>
        </p:nvSpPr>
        <p:spPr>
          <a:xfrm>
            <a:off x="5796136" y="1556792"/>
            <a:ext cx="2376264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CuadroTexto"/>
          <p:cNvSpPr txBox="1"/>
          <p:nvPr/>
        </p:nvSpPr>
        <p:spPr>
          <a:xfrm>
            <a:off x="6084168" y="1628800"/>
            <a:ext cx="2232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Aplicaciones Java estándar</a:t>
            </a:r>
            <a:endParaRPr lang="es-ES" dirty="0"/>
          </a:p>
        </p:txBody>
      </p:sp>
      <p:sp>
        <p:nvSpPr>
          <p:cNvPr id="10" name="9 Rectángulo"/>
          <p:cNvSpPr/>
          <p:nvPr/>
        </p:nvSpPr>
        <p:spPr>
          <a:xfrm>
            <a:off x="6084168" y="3717032"/>
            <a:ext cx="2664296" cy="2448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10 CuadroTexto"/>
          <p:cNvSpPr txBox="1"/>
          <p:nvPr/>
        </p:nvSpPr>
        <p:spPr>
          <a:xfrm>
            <a:off x="6372200" y="3789040"/>
            <a:ext cx="21602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Aplicaciones Web</a:t>
            </a:r>
          </a:p>
          <a:p>
            <a:r>
              <a:rPr lang="es-ES" dirty="0" smtClean="0"/>
              <a:t>Java EE</a:t>
            </a:r>
          </a:p>
          <a:p>
            <a:r>
              <a:rPr lang="es-ES" dirty="0" smtClean="0"/>
              <a:t>+</a:t>
            </a:r>
          </a:p>
          <a:p>
            <a:r>
              <a:rPr lang="es-ES" dirty="0" smtClean="0"/>
              <a:t>Spring</a:t>
            </a:r>
          </a:p>
          <a:p>
            <a:r>
              <a:rPr lang="es-ES" dirty="0" smtClean="0"/>
              <a:t>+</a:t>
            </a:r>
          </a:p>
          <a:p>
            <a:r>
              <a:rPr lang="es-ES" dirty="0" smtClean="0"/>
              <a:t>Web </a:t>
            </a:r>
            <a:r>
              <a:rPr lang="es-ES" dirty="0" err="1" smtClean="0"/>
              <a:t>Services</a:t>
            </a:r>
            <a:endParaRPr lang="es-ES" dirty="0" smtClean="0"/>
          </a:p>
          <a:p>
            <a:r>
              <a:rPr lang="es-ES" dirty="0" smtClean="0"/>
              <a:t>+</a:t>
            </a:r>
          </a:p>
          <a:p>
            <a:r>
              <a:rPr lang="es-ES" dirty="0" err="1" smtClean="0"/>
              <a:t>Hibernate</a:t>
            </a:r>
            <a:r>
              <a:rPr lang="es-ES" dirty="0" smtClean="0"/>
              <a:t>….</a:t>
            </a:r>
            <a:endParaRPr lang="es-E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2195736" y="1052736"/>
            <a:ext cx="4104456" cy="27363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3275856" y="476672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JDK</a:t>
            </a:r>
            <a:endParaRPr lang="es-ES" dirty="0"/>
          </a:p>
        </p:txBody>
      </p:sp>
      <p:sp>
        <p:nvSpPr>
          <p:cNvPr id="4" name="3 CuadroTexto"/>
          <p:cNvSpPr txBox="1"/>
          <p:nvPr/>
        </p:nvSpPr>
        <p:spPr>
          <a:xfrm>
            <a:off x="2771800" y="1556792"/>
            <a:ext cx="2592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 smtClean="0"/>
              <a:t>compilador</a:t>
            </a:r>
          </a:p>
          <a:p>
            <a:pPr algn="ctr"/>
            <a:r>
              <a:rPr lang="es-ES" dirty="0" smtClean="0"/>
              <a:t>+</a:t>
            </a:r>
          </a:p>
          <a:p>
            <a:pPr algn="ctr"/>
            <a:r>
              <a:rPr lang="es-ES" dirty="0" smtClean="0"/>
              <a:t>librerías java estándar</a:t>
            </a:r>
            <a:endParaRPr lang="es-ES" dirty="0"/>
          </a:p>
        </p:txBody>
      </p:sp>
      <p:sp>
        <p:nvSpPr>
          <p:cNvPr id="5" name="4 CuadroTexto"/>
          <p:cNvSpPr txBox="1"/>
          <p:nvPr/>
        </p:nvSpPr>
        <p:spPr>
          <a:xfrm>
            <a:off x="971600" y="4581128"/>
            <a:ext cx="4392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com.empresa.proyecto.capa</a:t>
            </a:r>
            <a:endParaRPr lang="es-E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755576" y="1628800"/>
            <a:ext cx="60486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void</a:t>
            </a:r>
            <a:r>
              <a:rPr lang="es-ES" dirty="0" smtClean="0"/>
              <a:t> suma(</a:t>
            </a:r>
            <a:r>
              <a:rPr lang="es-ES" dirty="0" err="1" smtClean="0"/>
              <a:t>int</a:t>
            </a:r>
            <a:r>
              <a:rPr lang="es-ES" dirty="0" smtClean="0"/>
              <a:t> a){</a:t>
            </a:r>
          </a:p>
          <a:p>
            <a:r>
              <a:rPr lang="es-ES" dirty="0" smtClean="0"/>
              <a:t>	a=a+2;</a:t>
            </a:r>
          </a:p>
          <a:p>
            <a:r>
              <a:rPr lang="es-ES" dirty="0" smtClean="0"/>
              <a:t>}</a:t>
            </a:r>
            <a:endParaRPr lang="es-ES" dirty="0"/>
          </a:p>
        </p:txBody>
      </p:sp>
      <p:sp>
        <p:nvSpPr>
          <p:cNvPr id="3" name="2 CuadroTexto"/>
          <p:cNvSpPr txBox="1"/>
          <p:nvPr/>
        </p:nvSpPr>
        <p:spPr>
          <a:xfrm>
            <a:off x="827584" y="3645024"/>
            <a:ext cx="38884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int</a:t>
            </a:r>
            <a:r>
              <a:rPr lang="es-ES" dirty="0" smtClean="0"/>
              <a:t> x=10;</a:t>
            </a:r>
          </a:p>
          <a:p>
            <a:r>
              <a:rPr lang="es-ES" dirty="0" smtClean="0"/>
              <a:t>suma(x);</a:t>
            </a:r>
          </a:p>
          <a:p>
            <a:r>
              <a:rPr lang="es-ES" dirty="0" err="1" smtClean="0"/>
              <a:t>System.out.println</a:t>
            </a:r>
            <a:r>
              <a:rPr lang="es-ES" dirty="0" smtClean="0"/>
              <a:t>(x); //10</a:t>
            </a:r>
            <a:endParaRPr lang="es-ES" dirty="0"/>
          </a:p>
        </p:txBody>
      </p:sp>
      <p:sp>
        <p:nvSpPr>
          <p:cNvPr id="4" name="3 Rectángulo"/>
          <p:cNvSpPr/>
          <p:nvPr/>
        </p:nvSpPr>
        <p:spPr>
          <a:xfrm>
            <a:off x="3491880" y="1700808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3131840" y="1700808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</a:t>
            </a:r>
            <a:endParaRPr lang="es-ES" dirty="0"/>
          </a:p>
        </p:txBody>
      </p:sp>
      <p:sp>
        <p:nvSpPr>
          <p:cNvPr id="6" name="5 Rectángulo"/>
          <p:cNvSpPr/>
          <p:nvPr/>
        </p:nvSpPr>
        <p:spPr>
          <a:xfrm>
            <a:off x="4283968" y="4077072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CuadroTexto"/>
          <p:cNvSpPr txBox="1"/>
          <p:nvPr/>
        </p:nvSpPr>
        <p:spPr>
          <a:xfrm>
            <a:off x="3923928" y="4077072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x</a:t>
            </a:r>
            <a:endParaRPr lang="es-ES" dirty="0"/>
          </a:p>
        </p:txBody>
      </p:sp>
      <p:sp>
        <p:nvSpPr>
          <p:cNvPr id="8" name="7 CuadroTexto"/>
          <p:cNvSpPr txBox="1"/>
          <p:nvPr/>
        </p:nvSpPr>
        <p:spPr>
          <a:xfrm>
            <a:off x="4427984" y="4077072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10</a:t>
            </a:r>
            <a:endParaRPr lang="es-ES" dirty="0"/>
          </a:p>
        </p:txBody>
      </p:sp>
      <p:cxnSp>
        <p:nvCxnSpPr>
          <p:cNvPr id="10" name="9 Conector recto de flecha"/>
          <p:cNvCxnSpPr/>
          <p:nvPr/>
        </p:nvCxnSpPr>
        <p:spPr>
          <a:xfrm flipH="1" flipV="1">
            <a:off x="3923928" y="1916832"/>
            <a:ext cx="720080" cy="23042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0 CuadroTexto"/>
          <p:cNvSpPr txBox="1"/>
          <p:nvPr/>
        </p:nvSpPr>
        <p:spPr>
          <a:xfrm>
            <a:off x="3851920" y="1628800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12</a:t>
            </a:r>
            <a:endParaRPr lang="es-E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755576" y="1628800"/>
            <a:ext cx="60486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void</a:t>
            </a:r>
            <a:r>
              <a:rPr lang="es-ES" dirty="0" smtClean="0"/>
              <a:t> suma(</a:t>
            </a:r>
            <a:r>
              <a:rPr lang="es-ES" dirty="0" err="1" smtClean="0"/>
              <a:t>int</a:t>
            </a:r>
            <a:r>
              <a:rPr lang="es-ES" dirty="0" smtClean="0"/>
              <a:t>[] a){</a:t>
            </a:r>
          </a:p>
          <a:p>
            <a:r>
              <a:rPr lang="es-ES" dirty="0" smtClean="0"/>
              <a:t>	a[0]=a[0]+2;</a:t>
            </a:r>
          </a:p>
          <a:p>
            <a:r>
              <a:rPr lang="es-ES" dirty="0" smtClean="0"/>
              <a:t>}</a:t>
            </a:r>
            <a:endParaRPr lang="es-ES" dirty="0"/>
          </a:p>
        </p:txBody>
      </p:sp>
      <p:sp>
        <p:nvSpPr>
          <p:cNvPr id="3" name="2 CuadroTexto"/>
          <p:cNvSpPr txBox="1"/>
          <p:nvPr/>
        </p:nvSpPr>
        <p:spPr>
          <a:xfrm>
            <a:off x="827584" y="3645024"/>
            <a:ext cx="38884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int</a:t>
            </a:r>
            <a:r>
              <a:rPr lang="es-ES" dirty="0" smtClean="0"/>
              <a:t> [] x={10};</a:t>
            </a:r>
          </a:p>
          <a:p>
            <a:r>
              <a:rPr lang="es-ES" dirty="0" smtClean="0"/>
              <a:t>suma(x);</a:t>
            </a:r>
          </a:p>
          <a:p>
            <a:r>
              <a:rPr lang="es-ES" dirty="0" err="1" smtClean="0"/>
              <a:t>System.out.println</a:t>
            </a:r>
            <a:r>
              <a:rPr lang="es-ES" dirty="0" smtClean="0"/>
              <a:t>(x[0]); //12</a:t>
            </a:r>
            <a:endParaRPr lang="es-ES" dirty="0"/>
          </a:p>
        </p:txBody>
      </p:sp>
      <p:sp>
        <p:nvSpPr>
          <p:cNvPr id="4" name="3 Rectángulo"/>
          <p:cNvSpPr/>
          <p:nvPr/>
        </p:nvSpPr>
        <p:spPr>
          <a:xfrm>
            <a:off x="3491880" y="1700808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3131840" y="1700808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</a:t>
            </a:r>
            <a:endParaRPr lang="es-ES" dirty="0"/>
          </a:p>
        </p:txBody>
      </p:sp>
      <p:sp>
        <p:nvSpPr>
          <p:cNvPr id="6" name="5 Rectángulo"/>
          <p:cNvSpPr/>
          <p:nvPr/>
        </p:nvSpPr>
        <p:spPr>
          <a:xfrm>
            <a:off x="4283968" y="4077072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CuadroTexto"/>
          <p:cNvSpPr txBox="1"/>
          <p:nvPr/>
        </p:nvSpPr>
        <p:spPr>
          <a:xfrm>
            <a:off x="3923928" y="4077072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x</a:t>
            </a:r>
            <a:endParaRPr lang="es-ES" dirty="0"/>
          </a:p>
        </p:txBody>
      </p:sp>
      <p:cxnSp>
        <p:nvCxnSpPr>
          <p:cNvPr id="13" name="12 Conector recto de flecha"/>
          <p:cNvCxnSpPr/>
          <p:nvPr/>
        </p:nvCxnSpPr>
        <p:spPr>
          <a:xfrm>
            <a:off x="4788024" y="4221088"/>
            <a:ext cx="1440160" cy="5760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13 Elipse"/>
          <p:cNvSpPr/>
          <p:nvPr/>
        </p:nvSpPr>
        <p:spPr>
          <a:xfrm>
            <a:off x="6300192" y="4581128"/>
            <a:ext cx="122413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Rectángulo"/>
          <p:cNvSpPr/>
          <p:nvPr/>
        </p:nvSpPr>
        <p:spPr>
          <a:xfrm>
            <a:off x="6516216" y="4725144"/>
            <a:ext cx="936104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7" name="16 Conector recto"/>
          <p:cNvCxnSpPr/>
          <p:nvPr/>
        </p:nvCxnSpPr>
        <p:spPr>
          <a:xfrm>
            <a:off x="6804248" y="4725144"/>
            <a:ext cx="72008" cy="216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18 Conector recto"/>
          <p:cNvCxnSpPr/>
          <p:nvPr/>
        </p:nvCxnSpPr>
        <p:spPr>
          <a:xfrm>
            <a:off x="7164288" y="4725144"/>
            <a:ext cx="72008" cy="216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 de flecha"/>
          <p:cNvCxnSpPr>
            <a:endCxn id="14" idx="1"/>
          </p:cNvCxnSpPr>
          <p:nvPr/>
        </p:nvCxnSpPr>
        <p:spPr>
          <a:xfrm>
            <a:off x="3923928" y="1844824"/>
            <a:ext cx="2555535" cy="28101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 de flecha"/>
          <p:cNvCxnSpPr>
            <a:endCxn id="4" idx="2"/>
          </p:cNvCxnSpPr>
          <p:nvPr/>
        </p:nvCxnSpPr>
        <p:spPr>
          <a:xfrm flipH="1" flipV="1">
            <a:off x="3995936" y="1988840"/>
            <a:ext cx="648072" cy="22322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2051720" y="1988840"/>
            <a:ext cx="3960440" cy="172819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4" name="3 Conector recto"/>
          <p:cNvCxnSpPr>
            <a:stCxn id="2" idx="0"/>
            <a:endCxn id="2" idx="2"/>
          </p:cNvCxnSpPr>
          <p:nvPr/>
        </p:nvCxnSpPr>
        <p:spPr>
          <a:xfrm>
            <a:off x="4031940" y="1988840"/>
            <a:ext cx="0" cy="1728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4 CuadroTexto"/>
          <p:cNvSpPr txBox="1"/>
          <p:nvPr/>
        </p:nvSpPr>
        <p:spPr>
          <a:xfrm>
            <a:off x="4283968" y="2492896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Capa lógica de negocio</a:t>
            </a:r>
            <a:endParaRPr lang="es-ES" dirty="0"/>
          </a:p>
        </p:txBody>
      </p:sp>
      <p:sp>
        <p:nvSpPr>
          <p:cNvPr id="6" name="5 CuadroTexto"/>
          <p:cNvSpPr txBox="1"/>
          <p:nvPr/>
        </p:nvSpPr>
        <p:spPr>
          <a:xfrm>
            <a:off x="2267744" y="2492896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Capa presentación</a:t>
            </a:r>
            <a:endParaRPr lang="es-ES" dirty="0"/>
          </a:p>
        </p:txBody>
      </p:sp>
      <p:sp>
        <p:nvSpPr>
          <p:cNvPr id="7" name="6 Flecha derecha"/>
          <p:cNvSpPr/>
          <p:nvPr/>
        </p:nvSpPr>
        <p:spPr>
          <a:xfrm>
            <a:off x="1331640" y="2636912"/>
            <a:ext cx="720080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CuadroTexto"/>
          <p:cNvSpPr txBox="1"/>
          <p:nvPr/>
        </p:nvSpPr>
        <p:spPr>
          <a:xfrm>
            <a:off x="179512" y="2564904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usuario</a:t>
            </a:r>
            <a:endParaRPr lang="es-ES" dirty="0"/>
          </a:p>
        </p:txBody>
      </p:sp>
      <p:sp>
        <p:nvSpPr>
          <p:cNvPr id="9" name="8 Flecha derecha"/>
          <p:cNvSpPr/>
          <p:nvPr/>
        </p:nvSpPr>
        <p:spPr>
          <a:xfrm>
            <a:off x="6084168" y="2636912"/>
            <a:ext cx="504056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Disco magnético"/>
          <p:cNvSpPr/>
          <p:nvPr/>
        </p:nvSpPr>
        <p:spPr>
          <a:xfrm>
            <a:off x="6876256" y="2492896"/>
            <a:ext cx="792088" cy="576064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70</Words>
  <Application>Microsoft Office PowerPoint</Application>
  <PresentationFormat>Presentación en pantalla (4:3)</PresentationFormat>
  <Paragraphs>38</Paragraphs>
  <Slides>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7" baseType="lpstr">
      <vt:lpstr>Tema de Office</vt:lpstr>
      <vt:lpstr>Diapositiva 1</vt:lpstr>
      <vt:lpstr>Diapositiva 2</vt:lpstr>
      <vt:lpstr>Diapositiva 3</vt:lpstr>
      <vt:lpstr>Diapositiva 4</vt:lpstr>
      <vt:lpstr>Diapositiva 5</vt:lpstr>
      <vt:lpstr>Diapositiva 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Antonio</dc:creator>
  <cp:lastModifiedBy>Antonio</cp:lastModifiedBy>
  <cp:revision>4</cp:revision>
  <dcterms:created xsi:type="dcterms:W3CDTF">2026-06-22T07:43:45Z</dcterms:created>
  <dcterms:modified xsi:type="dcterms:W3CDTF">2026-06-23T09:48:34Z</dcterms:modified>
</cp:coreProperties>
</file>