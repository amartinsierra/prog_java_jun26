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47CFC-816F-41D0-AAC0-9BF4FEBC753E}" type="datetimeFigureOut">
              <a:rPr lang="es-ES" smtClean="0"/>
              <a:pPr/>
              <a:t>22/06/2026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899592" y="2492896"/>
            <a:ext cx="2880320" cy="16561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1043608" y="2708920"/>
            <a:ext cx="2448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dirty="0" smtClean="0"/>
              <a:t>Lenguaje Java</a:t>
            </a:r>
          </a:p>
          <a:p>
            <a:pPr algn="ctr"/>
            <a:r>
              <a:rPr lang="es-ES" sz="2400" dirty="0" smtClean="0"/>
              <a:t>+</a:t>
            </a:r>
          </a:p>
          <a:p>
            <a:pPr algn="ctr"/>
            <a:r>
              <a:rPr lang="es-ES" sz="2400" dirty="0" smtClean="0"/>
              <a:t>Apis Básicas</a:t>
            </a:r>
            <a:endParaRPr lang="es-ES" sz="2400" dirty="0"/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3779912" y="1988840"/>
            <a:ext cx="1800200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6 Conector recto de flecha"/>
          <p:cNvCxnSpPr/>
          <p:nvPr/>
        </p:nvCxnSpPr>
        <p:spPr>
          <a:xfrm>
            <a:off x="3779912" y="3501008"/>
            <a:ext cx="2016224" cy="8640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7 Rectángulo"/>
          <p:cNvSpPr/>
          <p:nvPr/>
        </p:nvSpPr>
        <p:spPr>
          <a:xfrm>
            <a:off x="5796136" y="1556792"/>
            <a:ext cx="2376264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CuadroTexto"/>
          <p:cNvSpPr txBox="1"/>
          <p:nvPr/>
        </p:nvSpPr>
        <p:spPr>
          <a:xfrm>
            <a:off x="6084168" y="1628800"/>
            <a:ext cx="2232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Java estándar</a:t>
            </a:r>
            <a:endParaRPr lang="es-ES" dirty="0"/>
          </a:p>
        </p:txBody>
      </p:sp>
      <p:sp>
        <p:nvSpPr>
          <p:cNvPr id="10" name="9 Rectángulo"/>
          <p:cNvSpPr/>
          <p:nvPr/>
        </p:nvSpPr>
        <p:spPr>
          <a:xfrm>
            <a:off x="6084168" y="3717032"/>
            <a:ext cx="2664296" cy="2448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CuadroTexto"/>
          <p:cNvSpPr txBox="1"/>
          <p:nvPr/>
        </p:nvSpPr>
        <p:spPr>
          <a:xfrm>
            <a:off x="6372200" y="3789040"/>
            <a:ext cx="2160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Web</a:t>
            </a:r>
          </a:p>
          <a:p>
            <a:r>
              <a:rPr lang="es-ES" dirty="0" smtClean="0"/>
              <a:t>Java EE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Spring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Web </a:t>
            </a:r>
            <a:r>
              <a:rPr lang="es-ES" dirty="0" err="1" smtClean="0"/>
              <a:t>Services</a:t>
            </a:r>
            <a:endParaRPr lang="es-ES" dirty="0" smtClean="0"/>
          </a:p>
          <a:p>
            <a:r>
              <a:rPr lang="es-ES" dirty="0" smtClean="0"/>
              <a:t>+</a:t>
            </a:r>
          </a:p>
          <a:p>
            <a:r>
              <a:rPr lang="es-ES" dirty="0" err="1" smtClean="0"/>
              <a:t>Hibernate</a:t>
            </a:r>
            <a:r>
              <a:rPr lang="es-ES" dirty="0" smtClean="0"/>
              <a:t>….</a:t>
            </a:r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195736" y="1052736"/>
            <a:ext cx="4104456" cy="27363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3275856" y="476672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JDK</a:t>
            </a:r>
            <a:endParaRPr lang="es-ES" dirty="0"/>
          </a:p>
        </p:txBody>
      </p:sp>
      <p:sp>
        <p:nvSpPr>
          <p:cNvPr id="4" name="3 CuadroTexto"/>
          <p:cNvSpPr txBox="1"/>
          <p:nvPr/>
        </p:nvSpPr>
        <p:spPr>
          <a:xfrm>
            <a:off x="2771800" y="1556792"/>
            <a:ext cx="2592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compilador</a:t>
            </a:r>
          </a:p>
          <a:p>
            <a:pPr algn="ctr"/>
            <a:r>
              <a:rPr lang="es-ES" dirty="0" smtClean="0"/>
              <a:t>+</a:t>
            </a:r>
          </a:p>
          <a:p>
            <a:pPr algn="ctr"/>
            <a:r>
              <a:rPr lang="es-ES" dirty="0" smtClean="0"/>
              <a:t>librerías java estándar</a:t>
            </a:r>
            <a:endParaRPr lang="es-ES" dirty="0"/>
          </a:p>
        </p:txBody>
      </p:sp>
      <p:sp>
        <p:nvSpPr>
          <p:cNvPr id="5" name="4 CuadroTexto"/>
          <p:cNvSpPr txBox="1"/>
          <p:nvPr/>
        </p:nvSpPr>
        <p:spPr>
          <a:xfrm>
            <a:off x="971600" y="4581128"/>
            <a:ext cx="4392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com.empresa.proyecto.capa</a:t>
            </a:r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 a){</a:t>
            </a:r>
          </a:p>
          <a:p>
            <a:r>
              <a:rPr lang="es-ES" dirty="0" smtClean="0"/>
              <a:t>	a=a+2;</a:t>
            </a:r>
            <a:endParaRPr lang="es-ES" dirty="0" smtClean="0"/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x=10;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(x); //10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sp>
        <p:nvSpPr>
          <p:cNvPr id="8" name="7 CuadroTexto"/>
          <p:cNvSpPr txBox="1"/>
          <p:nvPr/>
        </p:nvSpPr>
        <p:spPr>
          <a:xfrm>
            <a:off x="4427984" y="4077072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10</a:t>
            </a:r>
            <a:endParaRPr lang="es-ES" dirty="0"/>
          </a:p>
        </p:txBody>
      </p:sp>
      <p:cxnSp>
        <p:nvCxnSpPr>
          <p:cNvPr id="10" name="9 Conector recto de flecha"/>
          <p:cNvCxnSpPr/>
          <p:nvPr/>
        </p:nvCxnSpPr>
        <p:spPr>
          <a:xfrm flipH="1" flipV="1">
            <a:off x="3923928" y="1916832"/>
            <a:ext cx="720080" cy="23042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CuadroTexto"/>
          <p:cNvSpPr txBox="1"/>
          <p:nvPr/>
        </p:nvSpPr>
        <p:spPr>
          <a:xfrm>
            <a:off x="3851920" y="1628800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12</a:t>
            </a:r>
            <a:endParaRPr lang="es-E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[] a){</a:t>
            </a:r>
          </a:p>
          <a:p>
            <a:r>
              <a:rPr lang="es-ES" dirty="0" smtClean="0"/>
              <a:t>	a[0]=a[0]+2;</a:t>
            </a:r>
            <a:endParaRPr lang="es-ES" dirty="0" smtClean="0"/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[] x={10};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(x[0]); //12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cxnSp>
        <p:nvCxnSpPr>
          <p:cNvPr id="13" name="12 Conector recto de flecha"/>
          <p:cNvCxnSpPr/>
          <p:nvPr/>
        </p:nvCxnSpPr>
        <p:spPr>
          <a:xfrm>
            <a:off x="4788024" y="4221088"/>
            <a:ext cx="1440160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13 Elipse"/>
          <p:cNvSpPr/>
          <p:nvPr/>
        </p:nvSpPr>
        <p:spPr>
          <a:xfrm>
            <a:off x="6300192" y="4581128"/>
            <a:ext cx="122413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Rectángulo"/>
          <p:cNvSpPr/>
          <p:nvPr/>
        </p:nvSpPr>
        <p:spPr>
          <a:xfrm>
            <a:off x="6516216" y="4725144"/>
            <a:ext cx="93610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7" name="16 Conector recto"/>
          <p:cNvCxnSpPr/>
          <p:nvPr/>
        </p:nvCxnSpPr>
        <p:spPr>
          <a:xfrm>
            <a:off x="680424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>
            <a:off x="716428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>
            <a:endCxn id="14" idx="1"/>
          </p:cNvCxnSpPr>
          <p:nvPr/>
        </p:nvCxnSpPr>
        <p:spPr>
          <a:xfrm>
            <a:off x="3923928" y="1844824"/>
            <a:ext cx="2555535" cy="2810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 de flecha"/>
          <p:cNvCxnSpPr>
            <a:endCxn id="4" idx="2"/>
          </p:cNvCxnSpPr>
          <p:nvPr/>
        </p:nvCxnSpPr>
        <p:spPr>
          <a:xfrm flipH="1" flipV="1">
            <a:off x="3995936" y="1988840"/>
            <a:ext cx="648072" cy="22322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63</Words>
  <Application>Microsoft Office PowerPoint</Application>
  <PresentationFormat>Presentación en pantalla (4:3)</PresentationFormat>
  <Paragraphs>35</Paragraphs>
  <Slides>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6" baseType="lpstr">
      <vt:lpstr>Tema de Office</vt:lpstr>
      <vt:lpstr>Diapositiva 1</vt:lpstr>
      <vt:lpstr>Diapositiva 2</vt:lpstr>
      <vt:lpstr>Diapositiva 3</vt:lpstr>
      <vt:lpstr>Diapositiva 4</vt:lpstr>
      <vt:lpstr>Diapositiva 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Antonio</dc:creator>
  <cp:lastModifiedBy>Antonio</cp:lastModifiedBy>
  <cp:revision>3</cp:revision>
  <dcterms:created xsi:type="dcterms:W3CDTF">2026-06-22T07:43:45Z</dcterms:created>
  <dcterms:modified xsi:type="dcterms:W3CDTF">2026-06-22T12:29:12Z</dcterms:modified>
</cp:coreProperties>
</file>